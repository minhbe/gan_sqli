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F3864"/>
                </a:solidFill>
                <a:latin typeface="Calibri Light"/>
              </a:defRPr>
            </a:pPr>
            <a:r>
              <a:t>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444444"/>
                </a:solidFill>
                <a:latin typeface="Calibri"/>
              </a:defRPr>
            </a:pPr>
            <a:r>
              <a:t>AI-powered coding assistant cho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864"/>
                </a:solidFill>
                <a:latin typeface="Calibri Light"/>
              </a:defRPr>
            </a:pPr>
            <a:r>
              <a:t>Tinh nang chinh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Ho tro nhieu ngon ngu: Python, JavaScript, TypeScript, Go, Rust,...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Doc, sua, tao file code bang cac cong cu chuyen dung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Tim kiem code, di chuyen giua cac file nhanh chong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Chay lint, typecheck, test, build truc tiep tu terminal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Xu ly cac cong viec phuc tap: refactor, debug, review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2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3864"/>
                </a:solidFill>
                <a:latin typeface="Calibri Light"/>
              </a:defRPr>
            </a:pPr>
            <a:r>
              <a:t>Tai sao chon OpenCode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Giao dien dong (interactive) - tuong tac nhap nhay voi code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Lam viec voi AI truc tiep trong terminal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Ho tro nhieu platform: VS Code, Vim/Neovim, JetBrains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Tu dong tao content: code, tai lieu, presentation</a:t>
            </a:r>
          </a:p>
          <a:p>
            <a:pPr>
              <a:spcBef>
                <a:spcPts val="800"/>
              </a:spcBef>
              <a:defRPr sz="2200">
                <a:solidFill>
                  <a:srgbClr val="000000"/>
                </a:solidFill>
                <a:latin typeface="Calibri"/>
              </a:defRPr>
            </a:pPr>
            <a:r>
              <a:t>• Huong dan cu the, chi tiet theo context cua du 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